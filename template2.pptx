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026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85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470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95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836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24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68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37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17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80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47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5039F-E976-4325-901C-5AB2573235DA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165A6-5C55-4ECD-BA5F-7FA55257C4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26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hello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669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hello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</dc:title>
  <dc:creator>User</dc:creator>
  <cp:lastModifiedBy>User</cp:lastModifiedBy>
  <cp:revision>1</cp:revision>
  <dcterms:created xsi:type="dcterms:W3CDTF">2026-07-18T13:43:47Z</dcterms:created>
  <dcterms:modified xsi:type="dcterms:W3CDTF">2026-07-18T13:43:47Z</dcterms:modified>
</cp:coreProperties>
</file>