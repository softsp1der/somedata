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e" initials="M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1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00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21:13:53.394" idx="1">
    <p:pos x="800" y="800"/>
    <p:text>hi :3333</p:text>
  </p:cm>
</p:cmLst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2" name="Freeform 11"/>
          <p:cNvSpPr/>
          <p:nvPr/>
        </p:nvSpPr>
        <p:spPr>
          <a:xfrm>
            <a:off x="-15875" y="0"/>
            <a:ext cx="11683810" cy="6588125"/>
          </a:xfrm>
          <a:custGeom>
            <a:avLst/>
            <a:gdLst/>
            <a:ahLst/>
            <a:cxnLst/>
            <a:rect l="l" t="t" r="r" b="b"/>
            <a:pathLst>
              <a:path w="11683810" h="6588125">
                <a:moveTo>
                  <a:pt x="0" y="0"/>
                </a:moveTo>
                <a:lnTo>
                  <a:pt x="11318691" y="0"/>
                </a:lnTo>
                <a:lnTo>
                  <a:pt x="11683810" y="5976938"/>
                </a:lnTo>
                <a:lnTo>
                  <a:pt x="15875" y="6588125"/>
                </a:lnTo>
                <a:cubicBezTo>
                  <a:pt x="10583" y="4386792"/>
                  <a:pt x="5292" y="2185458"/>
                  <a:pt x="0" y="0"/>
                </a:cubicBezTo>
                <a:close/>
              </a:path>
            </a:pathLst>
          </a:custGeom>
          <a:ln>
            <a:noFill/>
          </a:ln>
          <a:effectLst>
            <a:outerShdw blurRad="101600" dist="152400" dir="438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13"/>
          <p:cNvSpPr/>
          <p:nvPr/>
        </p:nvSpPr>
        <p:spPr>
          <a:xfrm>
            <a:off x="0" y="4282257"/>
            <a:ext cx="11329257" cy="2028845"/>
          </a:xfrm>
          <a:custGeom>
            <a:avLst/>
            <a:gdLst/>
            <a:ahLst/>
            <a:cxnLst/>
            <a:rect l="l" t="t" r="r" b="b"/>
            <a:pathLst>
              <a:path w="11329257" h="2028845">
                <a:moveTo>
                  <a:pt x="0" y="588520"/>
                </a:moveTo>
                <a:lnTo>
                  <a:pt x="11244075" y="0"/>
                </a:lnTo>
                <a:lnTo>
                  <a:pt x="11329257" y="1424838"/>
                </a:lnTo>
                <a:lnTo>
                  <a:pt x="0" y="2028845"/>
                </a:lnTo>
                <a:lnTo>
                  <a:pt x="0" y="58852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6" name="Freeform 25"/>
          <p:cNvSpPr/>
          <p:nvPr/>
        </p:nvSpPr>
        <p:spPr>
          <a:xfrm>
            <a:off x="0" y="0"/>
            <a:ext cx="8719579" cy="456877"/>
          </a:xfrm>
          <a:custGeom>
            <a:avLst/>
            <a:gdLst/>
            <a:ahLst/>
            <a:cxnLst/>
            <a:rect l="l" t="t" r="r" b="b"/>
            <a:pathLst>
              <a:path w="8719579" h="456877">
                <a:moveTo>
                  <a:pt x="0" y="0"/>
                </a:moveTo>
                <a:lnTo>
                  <a:pt x="8719579" y="0"/>
                </a:lnTo>
                <a:lnTo>
                  <a:pt x="0" y="45687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Freeform 14"/>
          <p:cNvSpPr/>
          <p:nvPr/>
        </p:nvSpPr>
        <p:spPr>
          <a:xfrm rot="21420000">
            <a:off x="-161800" y="293317"/>
            <a:ext cx="11367116" cy="5751804"/>
          </a:xfrm>
          <a:custGeom>
            <a:avLst/>
            <a:gdLst/>
            <a:ahLst/>
            <a:cxnLst/>
            <a:rect l="l" t="t" r="r" b="b"/>
            <a:pathLst>
              <a:path w="11367116" h="5751804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21420000">
            <a:off x="891201" y="662656"/>
            <a:ext cx="9755187" cy="2766528"/>
          </a:xfrm>
        </p:spPr>
        <p:txBody>
          <a:bodyPr anchor="b">
            <a:normAutofit/>
          </a:bodyPr>
          <a:lstStyle>
            <a:lvl1pPr algn="r">
              <a:defRPr sz="8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21420000">
            <a:off x="983062" y="3505209"/>
            <a:ext cx="9755187" cy="550333"/>
          </a:xfrm>
        </p:spPr>
        <p:txBody>
          <a:bodyPr anchor="t">
            <a:noAutofit/>
          </a:bodyPr>
          <a:lstStyle>
            <a:lvl1pPr marL="0" indent="0" algn="r">
              <a:buNone/>
              <a:defRPr sz="2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21420000">
            <a:off x="4948541" y="4578463"/>
            <a:ext cx="6143653" cy="1163112"/>
          </a:xfrm>
        </p:spPr>
        <p:txBody>
          <a:bodyPr/>
          <a:lstStyle>
            <a:lvl1pPr algn="ctr">
              <a:defRPr sz="54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BBBD0252-2A37-484A-9596-AEA5221A5A08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21420000">
            <a:off x="-5560" y="4883024"/>
            <a:ext cx="4047239" cy="1195538"/>
          </a:xfrm>
        </p:spPr>
        <p:txBody>
          <a:bodyPr vert="horz" lIns="91440" tIns="45720" rIns="91440" bIns="45720" rtlCol="0" anchor="ctr"/>
          <a:lstStyle>
            <a:lvl1pPr algn="r">
              <a:defRPr lang="en-US" sz="5400" dirty="0"/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21420000">
            <a:off x="9851758" y="3832648"/>
            <a:ext cx="907186" cy="498470"/>
          </a:xfrm>
        </p:spPr>
        <p:txBody>
          <a:bodyPr/>
          <a:lstStyle>
            <a:lvl1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24C9BA52-4657-412E-BDEC-B62B9F439ED4}" type="slidenum">
              <a:rPr lang="ru-RU" smtClean="0"/>
              <a:t>‹#›</a:t>
            </a:fld>
            <a:endParaRPr lang="ru-RU"/>
          </a:p>
        </p:txBody>
      </p:sp>
      <p:sp>
        <p:nvSpPr>
          <p:cNvPr id="25" name="5-Point Star 24"/>
          <p:cNvSpPr/>
          <p:nvPr/>
        </p:nvSpPr>
        <p:spPr>
          <a:xfrm rot="21420000">
            <a:off x="4221385" y="5111356"/>
            <a:ext cx="515386" cy="515386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18568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800" y="2063396"/>
            <a:ext cx="10394707" cy="33111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D0252-2A37-484A-9596-AEA5221A5A08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9BA52-4657-412E-BDEC-B62B9F439E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7185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4707" cy="3193487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3742267"/>
            <a:ext cx="10394707" cy="163961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D0252-2A37-484A-9596-AEA5221A5A08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9BA52-4657-412E-BDEC-B62B9F439E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1244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814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800" y="2063396"/>
            <a:ext cx="5088714" cy="3311189"/>
          </a:xfrm>
        </p:spPr>
        <p:txBody>
          <a:bodyPr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5993971" y="2063396"/>
            <a:ext cx="5086538" cy="3311189"/>
          </a:xfrm>
        </p:spPr>
        <p:txBody>
          <a:bodyPr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D0252-2A37-484A-9596-AEA5221A5A08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9BA52-4657-412E-BDEC-B62B9F439E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3524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4707" cy="115814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8356" y="2063396"/>
            <a:ext cx="4856158" cy="67999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6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802" y="2861733"/>
            <a:ext cx="5088712" cy="2512852"/>
          </a:xfrm>
        </p:spPr>
        <p:txBody>
          <a:bodyPr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8191" y="2063396"/>
            <a:ext cx="4864491" cy="67999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6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5993969" y="2861733"/>
            <a:ext cx="5088713" cy="2512852"/>
          </a:xfrm>
        </p:spPr>
        <p:txBody>
          <a:bodyPr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D0252-2A37-484A-9596-AEA5221A5A08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9BA52-4657-412E-BDEC-B62B9F439E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9237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D0252-2A37-484A-9596-AEA5221A5A08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9BA52-4657-412E-BDEC-B62B9F439E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559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D0252-2A37-484A-9596-AEA5221A5A08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9BA52-4657-412E-BDEC-B62B9F439E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78179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3643" y="685800"/>
            <a:ext cx="4126860" cy="2023252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46132" y="685800"/>
            <a:ext cx="6034375" cy="468878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3642" y="2709052"/>
            <a:ext cx="4126861" cy="2665533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D0252-2A37-484A-9596-AEA5221A5A08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9BA52-4657-412E-BDEC-B62B9F439E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7758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85800"/>
            <a:ext cx="6345302" cy="2023252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82362" y="0"/>
            <a:ext cx="3598146" cy="5071533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1" y="2709052"/>
            <a:ext cx="6345301" cy="2362481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D0252-2A37-484A-9596-AEA5221A5A08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9BA52-4657-412E-BDEC-B62B9F439E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768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106333"/>
            <a:ext cx="10394708" cy="58884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5801" y="685799"/>
            <a:ext cx="10392513" cy="3194903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80" y="4702923"/>
            <a:ext cx="10394728" cy="682472"/>
          </a:xfrm>
        </p:spPr>
        <p:txBody>
          <a:bodyPr anchor="t"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D0252-2A37-484A-9596-AEA5221A5A08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9BA52-4657-412E-BDEC-B62B9F439E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4233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902" cy="3194903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79" y="4106333"/>
            <a:ext cx="10394729" cy="127360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D0252-2A37-484A-9596-AEA5221A5A08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9BA52-4657-412E-BDEC-B62B9F439E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53266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1732" y="685800"/>
            <a:ext cx="9525020" cy="2916704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550264" y="3610032"/>
            <a:ext cx="8667956" cy="377768"/>
          </a:xfrm>
        </p:spPr>
        <p:txBody>
          <a:bodyPr anchor="t">
            <a:normAutofit/>
          </a:bodyPr>
          <a:lstStyle>
            <a:lvl1pPr marL="0" indent="0" algn="r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1" y="4106334"/>
            <a:ext cx="10396882" cy="126825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D0252-2A37-484A-9596-AEA5221A5A08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9BA52-4657-412E-BDEC-B62B9F439ED4}" type="slidenum">
              <a:rPr lang="ru-RU" smtClean="0"/>
              <a:t>‹#›</a:t>
            </a:fld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685801" y="89262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3083" y="292282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047549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23854"/>
            <a:ext cx="10394707" cy="2511835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247468"/>
            <a:ext cx="10394707" cy="114064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D0252-2A37-484A-9596-AEA5221A5A08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9BA52-4657-412E-BDEC-B62B9F439E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76748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802" y="685800"/>
            <a:ext cx="10394706" cy="1151965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2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802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34622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234621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770380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770380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D0252-2A37-484A-9596-AEA5221A5A08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9BA52-4657-412E-BDEC-B62B9F439E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1259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1965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91840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780" y="2063395"/>
            <a:ext cx="3310128" cy="1536725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91840" y="4389287"/>
            <a:ext cx="3310128" cy="98529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37410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235999" y="2063395"/>
            <a:ext cx="3310128" cy="1535237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235999" y="4389286"/>
            <a:ext cx="3310128" cy="98530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768944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768819" y="2063394"/>
            <a:ext cx="3310128" cy="1537196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768819" y="4389284"/>
            <a:ext cx="3310128" cy="98530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D0252-2A37-484A-9596-AEA5221A5A08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9BA52-4657-412E-BDEC-B62B9F439E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1212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800" y="2063396"/>
            <a:ext cx="10394707" cy="331119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D0252-2A37-484A-9596-AEA5221A5A08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9BA52-4657-412E-BDEC-B62B9F439E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33101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15862" y="685800"/>
            <a:ext cx="2264646" cy="468878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800" y="685800"/>
            <a:ext cx="7904431" cy="4688785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D0252-2A37-484A-9596-AEA5221A5A08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9BA52-4657-412E-BDEC-B62B9F439E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5823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jp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-25397" y="0"/>
            <a:ext cx="12005350" cy="6644081"/>
            <a:chOff x="-25397" y="0"/>
            <a:chExt cx="12005350" cy="6644081"/>
          </a:xfrm>
        </p:grpSpPr>
        <p:sp useBgFill="1">
          <p:nvSpPr>
            <p:cNvPr id="11" name="Rectangle 10"/>
            <p:cNvSpPr/>
            <p:nvPr/>
          </p:nvSpPr>
          <p:spPr>
            <a:xfrm>
              <a:off x="1" y="0"/>
              <a:ext cx="11979952" cy="6644081"/>
            </a:xfrm>
            <a:prstGeom prst="rect">
              <a:avLst/>
            </a:prstGeom>
            <a:ln>
              <a:noFill/>
            </a:ln>
            <a:effectLst>
              <a:outerShdw blurRad="98425" dist="76200" dir="4380000" algn="tl" rotWithShape="0">
                <a:srgbClr val="000000">
                  <a:alpha val="6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-25397" y="0"/>
              <a:ext cx="11773291" cy="6419514"/>
            </a:xfrm>
            <a:custGeom>
              <a:avLst/>
              <a:gdLst/>
              <a:ahLst/>
              <a:cxnLst/>
              <a:rect l="l" t="t" r="r" b="b"/>
              <a:pathLst>
                <a:path w="11773291" h="6419514">
                  <a:moveTo>
                    <a:pt x="11750059" y="0"/>
                  </a:moveTo>
                  <a:lnTo>
                    <a:pt x="11773291" y="6419514"/>
                  </a:lnTo>
                  <a:lnTo>
                    <a:pt x="0" y="6411047"/>
                  </a:lnTo>
                </a:path>
              </a:pathLst>
            </a:custGeom>
            <a:ln w="82550">
              <a:solidFill>
                <a:schemeClr val="tx1">
                  <a:lumMod val="50000"/>
                  <a:lumOff val="50000"/>
                </a:schemeClr>
              </a:solidFill>
              <a:miter lim="800000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sp>
        <p:sp>
          <p:nvSpPr>
            <p:cNvPr id="13" name="Rectangle 12"/>
            <p:cNvSpPr/>
            <p:nvPr/>
          </p:nvSpPr>
          <p:spPr>
            <a:xfrm>
              <a:off x="1" y="5600215"/>
              <a:ext cx="11706512" cy="780581"/>
            </a:xfrm>
            <a:prstGeom prst="rect">
              <a:avLst/>
            </a:prstGeom>
            <a:gradFill flip="none" rotWithShape="1">
              <a:gsLst>
                <a:gs pos="34000">
                  <a:schemeClr val="accent1"/>
                </a:gs>
                <a:gs pos="100000">
                  <a:schemeClr val="accent1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19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63396"/>
            <a:ext cx="10396883" cy="33111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BBBD0252-2A37-484A-9596-AEA5221A5A08}" type="datetimeFigureOut">
              <a:rPr lang="ru-RU" smtClean="0"/>
              <a:t>28.07.2026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2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2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24C9BA52-4657-412E-BDEC-B62B9F439E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0394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 rot="21420000">
            <a:off x="21979" y="2332641"/>
            <a:ext cx="10668139" cy="1119304"/>
          </a:xfrm>
        </p:spPr>
        <p:txBody>
          <a:bodyPr>
            <a:normAutofit/>
          </a:bodyPr>
          <a:lstStyle/>
          <a:p>
            <a:r>
              <a:rPr lang="en-US" sz="6600" dirty="0"/>
              <a:t>My mental health is shit :3 :3</a:t>
            </a:r>
            <a:endParaRPr lang="ru-RU" sz="66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Jaundice text</a:t>
            </a:r>
            <a:endParaRPr lang="ru-RU" dirty="0">
              <a:solidFill>
                <a:srgbClr val="FFFF00"/>
              </a:solidFill>
            </a:endParaRP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BAB83-AC25-40BA-8F90-E81EB8300B66}" type="datetime1">
              <a:rPr lang="ru-RU" smtClean="0"/>
              <a:t>28.07.2026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 :3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9BA52-4657-412E-BDEC-B62B9F439ED4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199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E56D32-62B6-F21E-78C0-71E0F0B7E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Вертикальный заголовок 2">
            <a:extLst>
              <a:ext uri="{FF2B5EF4-FFF2-40B4-BE49-F238E27FC236}">
                <a16:creationId xmlns:a16="http://schemas.microsoft.com/office/drawing/2014/main" id="{DBD7B99B-87C3-0801-AE82-584DBB3C1AD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/>
              <a:t>Nothing here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997397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Главное мероприятие">
  <a:themeElements>
    <a:clrScheme name="Главное мероприятие">
      <a:dk1>
        <a:sysClr val="windowText" lastClr="000000"/>
      </a:dk1>
      <a:lt1>
        <a:sysClr val="window" lastClr="FFFFFF"/>
      </a:lt1>
      <a:dk2>
        <a:srgbClr val="424242"/>
      </a:dk2>
      <a:lt2>
        <a:srgbClr val="C8C8C8"/>
      </a:lt2>
      <a:accent1>
        <a:srgbClr val="B80E0F"/>
      </a:accent1>
      <a:accent2>
        <a:srgbClr val="A6987D"/>
      </a:accent2>
      <a:accent3>
        <a:srgbClr val="7F9A71"/>
      </a:accent3>
      <a:accent4>
        <a:srgbClr val="64969F"/>
      </a:accent4>
      <a:accent5>
        <a:srgbClr val="9B75B2"/>
      </a:accent5>
      <a:accent6>
        <a:srgbClr val="80737A"/>
      </a:accent6>
      <a:hlink>
        <a:srgbClr val="F21213"/>
      </a:hlink>
      <a:folHlink>
        <a:srgbClr val="B6A394"/>
      </a:folHlink>
    </a:clrScheme>
    <a:fontScheme name="Главное мероприятие">
      <a:maj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Главное мероприятие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blipFill>
          <a:blip xmlns:r="http://schemas.openxmlformats.org/officeDocument/2006/relationships" r:embed="rId1">
            <a:duotone>
              <a:schemeClr val="phClr">
                <a:shade val="88000"/>
                <a:lumMod val="88000"/>
              </a:schemeClr>
              <a:schemeClr val="phClr"/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25400" dist="127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0"/>
        </a:gradFill>
        <a:blipFill>
          <a:blip xmlns:r="http://schemas.openxmlformats.org/officeDocument/2006/relationships" r:embed="rId2">
            <a:duotone>
              <a:schemeClr val="phClr">
                <a:shade val="48000"/>
                <a:satMod val="110000"/>
                <a:lumMod val="40000"/>
              </a:schemeClr>
              <a:schemeClr val="phClr">
                <a:tint val="90000"/>
                <a:lumMod val="10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Event" id="{AC372BB4-D83D-411E-B849-B641926BA760}" vid="{F1EFBDE3-1A95-4E3D-81AD-1F53D65BEA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TM04033927[[fn=Главное мероприятие]]</Template>
  <TotalTime>1119</TotalTime>
  <Words>18</Words>
  <Application>Microsoft Office PowerPoint</Application>
  <PresentationFormat>Широкоэкранный</PresentationFormat>
  <Paragraphs>6</Paragraphs>
  <Slides>2</Slides>
  <Notes>0</Notes>
  <HiddenSlides>0</HiddenSlides>
  <MMClips>0</MMClips>
  <ScaleCrop>false</ScaleCrop>
  <HeadingPairs>
    <vt:vector size="6" baseType="variant">
      <vt:variant>
        <vt:lpstr/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5" baseType="lpstr">
      <vt:lpstr>Arial</vt:lpstr>
      <vt:lpstr>Impact</vt:lpstr>
      <vt:lpstr>Главное мероприятие</vt:lpstr>
      <vt:lpstr>My mental health is shit :3 :3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User</cp:lastModifiedBy>
  <cp:revision>4</cp:revision>
  <dcterms:created xsi:type="dcterms:W3CDTF">2026-07-17T15:54:40Z</dcterms:created>
  <dcterms:modified xsi:type="dcterms:W3CDTF">2026-07-28T08:57:44Z</dcterms:modified>
</cp:coreProperties>
</file>