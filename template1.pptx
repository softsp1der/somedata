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" initials="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0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7T21:13:53.394" idx="1">
    <p:pos x="800" y="800"/>
    <p:text>hi :3333</p:tex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1856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18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244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524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237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559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7817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75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6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233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326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4754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7674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259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212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3101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823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BBD0252-2A37-484A-9596-AEA5221A5A08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4C9BA52-4657-412E-BDEC-B62B9F439E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0394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 rot="21420000">
            <a:off x="21979" y="2332641"/>
            <a:ext cx="10668139" cy="1119304"/>
          </a:xfrm>
        </p:spPr>
        <p:txBody>
          <a:bodyPr>
            <a:normAutofit/>
          </a:bodyPr>
          <a:lstStyle/>
          <a:p>
            <a:r>
              <a:rPr lang="en-US" sz="6600" dirty="0"/>
              <a:t>My mental health </a:t>
            </a:r>
            <a:r>
              <a:rPr lang="en-US" sz="6600"/>
              <a:t>is ok :</a:t>
            </a:r>
            <a:r>
              <a:rPr lang="en-US" sz="6600" dirty="0"/>
              <a:t>3 :3</a:t>
            </a:r>
            <a:endParaRPr lang="ru-RU" sz="6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Jaundice text</a:t>
            </a:r>
            <a:endParaRPr lang="ru-RU" dirty="0">
              <a:solidFill>
                <a:srgbClr val="FFFF00"/>
              </a:solidFill>
            </a:endParaRP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BAB83-AC25-40BA-8F90-E81EB8300B66}" type="datetime1">
              <a:rPr lang="ru-RU" smtClean="0"/>
              <a:t>28.07.2026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 :3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BA52-4657-412E-BDEC-B62B9F439ED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99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E56D32-62B6-F21E-78C0-71E0F0B7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Вертикальный заголовок 2">
            <a:extLst>
              <a:ext uri="{FF2B5EF4-FFF2-40B4-BE49-F238E27FC236}">
                <a16:creationId xmlns:a16="http://schemas.microsoft.com/office/drawing/2014/main" id="{DBD7B99B-87C3-0801-AE82-584DBB3C1AD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Nothing here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9739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ое мероприятие">
  <a:themeElements>
    <a:clrScheme name="Главное мероприятие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Главное мероприятие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ое мероприятие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TM04033927[[fn=Главное мероприятие]]</Template>
  <TotalTime>1119</TotalTime>
  <Words>18</Words>
  <Application>Microsoft Office PowerPoint</Application>
  <PresentationFormat>Широкоэкранный</PresentationFormat>
  <Paragraphs>6</Paragraphs>
  <Slides>2</Slides>
  <Notes>0</Notes>
  <HiddenSlides>0</HiddenSlides>
  <MMClips>0</MMClips>
  <ScaleCrop>false</ScaleCrop>
  <HeadingPairs>
    <vt:vector size="6" baseType="variant">
      <vt:variant>
        <vt:lpstr/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Impact</vt:lpstr>
      <vt:lpstr>Главное мероприятие</vt:lpstr>
      <vt:lpstr>My mental health is ok :3 :3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5</cp:revision>
  <dcterms:created xsi:type="dcterms:W3CDTF">2026-07-17T15:54:40Z</dcterms:created>
  <dcterms:modified xsi:type="dcterms:W3CDTF">2026-07-28T12:18:22Z</dcterms:modified>
</cp:coreProperties>
</file>