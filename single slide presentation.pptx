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85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58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67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37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220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32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70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3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4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48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20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8381D-E6C4-4BC1-82D8-7846A90486BD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FC2AF-666E-4CCB-9ED2-0F58618BF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85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hello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5008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</dc:title>
  <dc:creator>User</dc:creator>
  <cp:lastModifiedBy>User</cp:lastModifiedBy>
  <cp:revision>1</cp:revision>
  <dcterms:created xsi:type="dcterms:W3CDTF">2026-07-18T13:35:25Z</dcterms:created>
  <dcterms:modified xsi:type="dcterms:W3CDTF">2026-07-18T13:35:25Z</dcterms:modified>
</cp:coreProperties>
</file>